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Arial"/>
              </a:rPr>
              <a:t>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Arial"/>
              </a:rPr>
              <a:t>Smart Quiz with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Arial"/>
              </a:rPr>
              <a:t>A Flask web application that conducts a quiz, scores answers instantly and ranks players on a leaderboard.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274320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Arial"/>
              </a:rPr>
              <a:t>Submitted by –</a:t>
            </a:r>
          </a:p>
          <a:p>
            <a:pPr algn="l"/>
            <a:r>
              <a:rPr sz="2200" b="1" i="0">
                <a:solidFill>
                  <a:srgbClr val="F8FAFC"/>
                </a:solidFill>
                <a:latin typeface="Arial"/>
              </a:rPr>
              <a:t>Prabudh Gautam   ·   Kartik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Arial"/>
              </a:rPr>
              <a:t>Conducting quizzes the traditional way is slow, manual and not very engaging.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349240" cy="16916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48840"/>
            <a:ext cx="82296" cy="1691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404872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8FAFC"/>
                </a:solidFill>
                <a:latin typeface="Arial"/>
              </a:rPr>
              <a:t>Manual evaluation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Answer sheets must be checked by hand, which takes time and invites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148840"/>
            <a:ext cx="5349240" cy="16916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2148840"/>
            <a:ext cx="82296" cy="1691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04872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8FAFC"/>
                </a:solidFill>
                <a:latin typeface="Arial"/>
              </a:rPr>
              <a:t>No instant result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Players wait for the checker before they know how well they did.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14800"/>
            <a:ext cx="5349240" cy="16916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114800"/>
            <a:ext cx="82296" cy="1691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7" y="4370832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8FAFC"/>
                </a:solidFill>
                <a:latin typeface="Arial"/>
              </a:rPr>
              <a:t>No competition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Without a ranking, there is little motivation to improve or play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114800"/>
            <a:ext cx="5349240" cy="16916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4114800"/>
            <a:ext cx="82296" cy="1691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370832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8FAFC"/>
                </a:solidFill>
                <a:latin typeface="Arial"/>
              </a:rPr>
              <a:t>Hard to update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Changing questions usually means editing code or reprinting papers.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10881360" cy="10515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1907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8FAFC"/>
                </a:solidFill>
                <a:latin typeface="Arial"/>
              </a:rPr>
              <a:t>Build a simple quiz website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Create an easy-to-use web quiz with Flask where a player enters a name and starts.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10881360" cy="10515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4495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5351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8FAFC"/>
                </a:solidFill>
                <a:latin typeface="Arial"/>
              </a:rPr>
              <a:t>Keep questions editable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Load questions from questions.csv so they can be changed without touching the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23360"/>
            <a:ext cx="10881360" cy="10515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27939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2511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8795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8FAFC"/>
                </a:solidFill>
                <a:latin typeface="Arial"/>
              </a:rPr>
              <a:t>Score automatically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Compare every answer with the correct one and show the score instantly.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57800"/>
            <a:ext cx="10881360" cy="10515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51383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5955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2239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8FAFC"/>
                </a:solidFill>
                <a:latin typeface="Arial"/>
              </a:rPr>
              <a:t>Maintain a leaderboard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Save scores in leaderboard.csv and display the Top 5 players on the home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Flow of Our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2084831" cy="22860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86000"/>
            <a:ext cx="2084831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1719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78BFA"/>
                </a:solidFill>
                <a:latin typeface="Arial"/>
              </a:rPr>
              <a:t>1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Home page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</a:rPr>
              <a:t>/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Enter your name and see the Top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3200400"/>
            <a:ext cx="301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2286000"/>
            <a:ext cx="2084831" cy="22860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2286000"/>
            <a:ext cx="2084831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487168"/>
            <a:ext cx="1719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78BFA"/>
                </a:solidFill>
                <a:latin typeface="Arial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Quiz page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</a:rPr>
              <a:t>/quiz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Questions load from CSV as radio buttons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3200400"/>
            <a:ext cx="301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Arial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5" y="2286000"/>
            <a:ext cx="2084831" cy="22860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48655" y="2286000"/>
            <a:ext cx="2084831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2487168"/>
            <a:ext cx="1719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78BFA"/>
                </a:solidFill>
                <a:latin typeface="Arial"/>
              </a:rPr>
              <a:t>3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Submit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</a:rPr>
              <a:t>/submit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Answers are checked and score is counted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200400"/>
            <a:ext cx="301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19" y="2286000"/>
            <a:ext cx="2084831" cy="22860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19" y="2286000"/>
            <a:ext cx="2084831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9" y="2487168"/>
            <a:ext cx="1719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78BFA"/>
                </a:solidFill>
                <a:latin typeface="Arial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Save score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</a:rPr>
              <a:t>save_board()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Name and score are appended to the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3" y="3200400"/>
            <a:ext cx="301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0383" y="2286000"/>
            <a:ext cx="2084831" cy="22860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30383" y="2286000"/>
            <a:ext cx="2084831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13263" y="2487168"/>
            <a:ext cx="17190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A78BFA"/>
                </a:solidFill>
                <a:latin typeface="Arial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Result page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</a:rPr>
              <a:t>Leaderboard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Score, full ranking, Play Again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29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Arial"/>
              </a:rPr>
              <a:t>Play Again returns the player to the home page, so the loop can repeat.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Home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1371600"/>
            <a:ext cx="8138160" cy="5357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Quiz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71600"/>
            <a:ext cx="2767693" cy="5166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1737360"/>
            <a:ext cx="5943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A78BFA"/>
                </a:solidFill>
                <a:latin typeface="Arial"/>
              </a:rPr>
              <a:t>Questions as radio buttons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Arial"/>
              </a:rPr>
              <a:t>•  Questions are loaded from questions.csv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Arial"/>
              </a:rPr>
              <a:t>•  Each question has three options — A, B, C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Arial"/>
              </a:rPr>
              <a:t>•  The player's name is carried in a hidden field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Arial"/>
              </a:rPr>
              <a:t>•  Every question is required before submitting</a:t>
            </a:r>
          </a:p>
          <a:p>
            <a:pPr algn="l"/>
            <a:r>
              <a:rPr sz="1500" b="0" i="0">
                <a:solidFill>
                  <a:srgbClr val="F8FAFC"/>
                </a:solidFill>
                <a:latin typeface="Arial"/>
              </a:rPr>
              <a:t>•  Total questions update automatically from the 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Result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71600"/>
            <a:ext cx="3850703" cy="5166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73736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A78BFA"/>
                </a:solidFill>
                <a:latin typeface="Arial"/>
              </a:rPr>
              <a:t>Instant score &amp; ranking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Arial"/>
              </a:rPr>
              <a:t>•  Score is shown out of the total questions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Arial"/>
              </a:rPr>
              <a:t>•  Score is saved to leaderboard.csv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8FAFC"/>
                </a:solidFill>
                <a:latin typeface="Arial"/>
              </a:rPr>
              <a:t>•  Full leaderboard with medals for the top 3</a:t>
            </a:r>
          </a:p>
          <a:p>
            <a:pPr algn="l"/>
            <a:r>
              <a:rPr sz="1500" b="0" i="0">
                <a:solidFill>
                  <a:srgbClr val="F8FAFC"/>
                </a:solidFill>
                <a:latin typeface="Arial"/>
              </a:rPr>
              <a:t>•  Play Again returns to the home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474720" cy="18288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347472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4884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8FAFC"/>
                </a:solidFill>
                <a:latin typeface="Arial"/>
              </a:rPr>
              <a:t>Python 3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Core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474720" cy="18288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737360"/>
            <a:ext cx="347472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14884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8FAFC"/>
                </a:solidFill>
                <a:latin typeface="Arial"/>
              </a:rPr>
              <a:t>Flask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Routing, request, redirect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737360"/>
            <a:ext cx="3474720" cy="18288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737360"/>
            <a:ext cx="347472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14884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8FAFC"/>
                </a:solidFill>
                <a:latin typeface="Arial"/>
              </a:rPr>
              <a:t>CSV module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Stores questions and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40479"/>
            <a:ext cx="3474720" cy="18288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840479"/>
            <a:ext cx="347472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251959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8FAFC"/>
                </a:solidFill>
                <a:latin typeface="Arial"/>
              </a:rPr>
              <a:t>os module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Checks whether files exist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3840479"/>
            <a:ext cx="3474720" cy="18288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3840479"/>
            <a:ext cx="347472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4251959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8FAFC"/>
                </a:solidFill>
                <a:latin typeface="Arial"/>
              </a:rPr>
              <a:t>HTML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Quiz form and result pages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840479"/>
            <a:ext cx="3474720" cy="18288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3840479"/>
            <a:ext cx="347472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251959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8FAFC"/>
                </a:solidFill>
                <a:latin typeface="Arial"/>
              </a:rPr>
              <a:t>CSS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Dark card styling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807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Editor: Visual Studio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6949440" cy="493776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6492240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smart-quiz/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app.py                 # Flask server — all routes &amp; functions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questions.csv          # Quiz questions  (q,a,b,c,ans)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leaderboard.csv        # Player scores   (name,score)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requirements.txt       # Python dependencies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run_flask.sh           # Convenience run script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README.md              # Documentation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screenshots/           # UI screenshots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templates/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base.html          # Shared layout (navbar, background)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index.html         # Home page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quiz.html          # Quiz page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└── result.html        # Result page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└── static/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└── style.css          # Dark theme card styling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37360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A78BFA"/>
                </a:solidFill>
                <a:latin typeface="Arial"/>
              </a:rPr>
              <a:t>Simple by design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8FAFC"/>
                </a:solidFill>
                <a:latin typeface="Arial"/>
              </a:rPr>
              <a:t>•  One Flask file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8FAFC"/>
                </a:solidFill>
                <a:latin typeface="Arial"/>
              </a:rPr>
              <a:t>•  Two CSV data files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8FAFC"/>
                </a:solidFill>
                <a:latin typeface="Arial"/>
              </a:rPr>
              <a:t>•  Four HTML templates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8FAFC"/>
                </a:solidFill>
                <a:latin typeface="Arial"/>
              </a:rPr>
              <a:t>•  One CSS stylesheet</a:t>
            </a:r>
          </a:p>
          <a:p>
            <a:pPr algn="l"/>
            <a:r>
              <a:rPr sz="1400" b="0" i="0">
                <a:solidFill>
                  <a:srgbClr val="F8FAFC"/>
                </a:solidFill>
                <a:latin typeface="Arial"/>
              </a:rPr>
              <a:t>•  No database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Code: Imports &amp; load_questions()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7680960" cy="493776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7223760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from flask import Flask, redirect, render_template, request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import csv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import os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app = Flask(__name__)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def load_questions():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# default questions if file not present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if not os.path.exists("questions.csv"):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return [ ... default questions ... 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questions = []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file = open("questions.csv", "r", encoding="utf-8")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reader = csv.DictReader(file)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for row in reader: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q = {}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q["q"] = row["q"].strip()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q["a"] = row["a"].strip()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q["b"] = row["b"].strip()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q["c"] = row["c"].strip()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q["ans"] = row["ans"].strip().lower()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questions.append(q)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file.close()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return questions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questions = load_questions()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737360"/>
            <a:ext cx="3108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A78BFA"/>
                </a:solidFill>
                <a:latin typeface="Arial"/>
              </a:rPr>
              <a:t>What it does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Arial"/>
              </a:rPr>
              <a:t>•  Imports Flask, csv and os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Arial"/>
              </a:rPr>
              <a:t>•  Falls back to default questions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Arial"/>
              </a:rPr>
              <a:t>•  Reads each CSV row with csv.DictReader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Arial"/>
              </a:rPr>
              <a:t>•  Cleans values with strip()</a:t>
            </a:r>
          </a:p>
          <a:p>
            <a:pPr algn="l"/>
            <a:r>
              <a:rPr sz="1300" b="0" i="0">
                <a:solidFill>
                  <a:srgbClr val="F8FAFC"/>
                </a:solidFill>
                <a:latin typeface="Arial"/>
              </a:rPr>
              <a:t>•  Loaded once at startup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Code: Leaderboard &amp;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7680960" cy="493776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7223760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def load_board():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board = []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if not os.path.exists("leaderboard.csv"):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return board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 = open("leaderboard.csv", "r", encoding="utf-8")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reader = csv.reader(f)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for row in reader: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if len(row) == 2: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board.append([row[0], int(row[1])])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f.close()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board.sort(key=lambda x: x[1], reverse=True)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return board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def save_board(name, score):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 = open("leaderboard.csv", "a", newline="", encoding="utf-8")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writer = csv.writer(f)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writer.writerow([name, score])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f.close()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@app.route("/", methods=["GET", "POST"])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def home():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if request.method == "POST":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name = request.form.get("name", "Student").strip()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return redirect("/quiz?name=" + name)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board = load_board()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return render_template("index.html", board=board[:5], total=len(questions))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737360"/>
            <a:ext cx="3108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A78BFA"/>
                </a:solidFill>
                <a:latin typeface="Arial"/>
              </a:rPr>
              <a:t>What it does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Arial"/>
              </a:rPr>
              <a:t>•  load_board() sorts scores high to low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Arial"/>
              </a:rPr>
              <a:t>•  save_board() appends name and score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Arial"/>
              </a:rPr>
              <a:t>•  Home redirects to /quiz with the name</a:t>
            </a:r>
          </a:p>
          <a:p>
            <a:pPr algn="l"/>
            <a:r>
              <a:rPr sz="1300" b="0" i="0">
                <a:solidFill>
                  <a:srgbClr val="F8FAFC"/>
                </a:solidFill>
                <a:latin typeface="Arial"/>
              </a:rPr>
              <a:t>•  Top 5 shown on the home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10881360" cy="84124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4592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Web-Based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Runs in any browser, with no installation required for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32304"/>
            <a:ext cx="10881360" cy="84124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61518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60904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42032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Instant Result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The score is calculated and displayed immediately after submission.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01568"/>
            <a:ext cx="10881360" cy="84124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584448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30168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11296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CSV Integration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Questions and leaderboard are handled through CSV files, so no database setup is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70832"/>
            <a:ext cx="10881360" cy="84124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553712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2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Dynamic Scoring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The hardcoded “/5” was replaced with “/{len(questions)}”, so adding questions automatically updates the total.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40096"/>
            <a:ext cx="10881360" cy="84124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552297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68696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49824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Clean &amp; Responsive UI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A dark theme card layout that is simple and user-friendly.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rial"/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5349240" cy="12344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82296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92024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Database storage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Move from CSV files to SQLite or MySQL.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349240" cy="12344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82296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2024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User login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Secure accounts so each player has a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00400"/>
            <a:ext cx="5349240" cy="12344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200400"/>
            <a:ext cx="82296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338328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Timer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Add a countdown for each question or the whole quiz.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200400"/>
            <a:ext cx="5349240" cy="12344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8" y="3200400"/>
            <a:ext cx="82296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338328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Categories and levels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Offer topics with easy, medium and hard difficulty.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63440"/>
            <a:ext cx="5349240" cy="12344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663440"/>
            <a:ext cx="82296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48463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Admin panel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Add and edit questions from the browser.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4663440"/>
            <a:ext cx="5349240" cy="12344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7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8" y="4663440"/>
            <a:ext cx="82296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8463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Online deployment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Host the app so anyone can play from anywhere.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0" y="1737360"/>
            <a:ext cx="3200400" cy="7315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F8FAF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A78BFA"/>
                </a:solidFill>
                <a:latin typeface="Arial"/>
              </a:rPr>
              <a:t>Smart Quiz with Leaderboard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Arial"/>
              </a:rPr>
              <a:t>Prabudh Gautam   ·   Kartik Sharma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